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2E6DA4">
              <a:alpha val="30000"/>
            </a:srgbClr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011680" cy="2011680"/>
          </a:xfrm>
          <a:prstGeom prst="ellipse">
            <a:avLst/>
          </a:prstGeom>
          <a:solidFill>
            <a:srgbClr val="00A8E8">
              <a:alpha val="2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СТУДЕНТТЕРДІ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БАСҚАРУ ЖҮЙЕСІ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54864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• ArrayList • ООП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Зертханалық жұмыс  |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МАЗМҰНЫ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115568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15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Жоба мақсаты мен сипаттамасы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1984248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84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 — не үшін?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2852928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852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8346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Класстар архитектурасы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3721608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721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7033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 есептеу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00584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10912" y="1115568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1115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10972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Сұрыптау алгоритмі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187452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10912" y="1984248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1984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19659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Бағдарлама нәтижесі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37760" y="274320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10912" y="2852928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2852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32120" y="28346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Қорытынды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A45"/>
          </a:solidFill>
          <a:ln w="12700">
            <a:solidFill>
              <a:srgbClr val="162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ЖОБА МАҚСАТЫ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65960" cy="3200400"/>
          </a:xfrm>
          <a:prstGeom prst="rect">
            <a:avLst/>
          </a:prstGeom>
          <a:solidFill>
            <a:srgbClr val="243B55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258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Коллекциялар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34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 арқылы деректер сақтау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65960" cy="3200400"/>
          </a:xfrm>
          <a:prstGeom prst="rect">
            <a:avLst/>
          </a:prstGeom>
          <a:solidFill>
            <a:srgbClr val="243B55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3258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🏗️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68880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ООП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26080" y="2697480"/>
            <a:ext cx="105156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834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Класс, объект, инкапсуляция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65960" cy="3200400"/>
          </a:xfrm>
          <a:prstGeom prst="rect">
            <a:avLst/>
          </a:prstGeom>
          <a:solidFill>
            <a:srgbClr val="243B55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3258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63440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0640" y="2697480"/>
            <a:ext cx="105156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34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Қосу, жою, іздеу операциялары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1143000"/>
            <a:ext cx="1965960" cy="3200400"/>
          </a:xfrm>
          <a:prstGeom prst="rect">
            <a:avLst/>
          </a:prstGeom>
          <a:solidFill>
            <a:srgbClr val="243B55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3258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858000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Сұрыптау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0" y="2697480"/>
            <a:ext cx="105156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834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 бойынша рейтинг жасау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Жүйе Java тілінде жазылған, 3 класстан тұрады: Student, StudentManager, Main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ARRAYLIST — НЕ ҮШІН?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0116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960120"/>
            <a:ext cx="2743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Массив (Array)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0" y="960120"/>
            <a:ext cx="31089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960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173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Өлшем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417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Тіркелген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0" y="141732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41732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Динамикалық 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1892808"/>
            <a:ext cx="201168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892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Элемент қосу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8880" y="1892808"/>
            <a:ext cx="274320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89280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Қиын (shift)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1892808"/>
            <a:ext cx="310896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189280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add()  ✅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36829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36829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Элемент жою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68880" y="236829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36829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Күрделі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0" y="2368296"/>
            <a:ext cx="310896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36829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remove()  ✅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843784"/>
            <a:ext cx="201168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84378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468880" y="2843784"/>
            <a:ext cx="274320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84378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Жоқ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212080" y="2843784"/>
            <a:ext cx="310896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843784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&lt;Student&gt;  ✅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331927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3192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Сұрыптау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468880" y="331927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33192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Өзіміз жазу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212080" y="3319272"/>
            <a:ext cx="310896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331927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Collections.sort()  ✅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&lt;Student&gt; students = new </a:t>
            </a:r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buNone/>
            </a:pPr>
            <a:r>
              <a:rPr lang="en-US" sz="14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   // Бос тізім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(new Student(1, "Айбек"));  // Студент қосу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КЛАССТАР АРХИТЕКТУРАСЫ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3931920"/>
          </a:xfrm>
          <a:prstGeom prst="rect">
            <a:avLst/>
          </a:prstGeom>
          <a:solidFill>
            <a:srgbClr val="0D3B66"/>
          </a:solidFill>
          <a:ln w="1905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651760" cy="457200"/>
          </a:xfrm>
          <a:prstGeom prst="rect">
            <a:avLst/>
          </a:prstGeom>
          <a:solidFill>
            <a:srgbClr val="00A8E8">
              <a:alpha val="8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Өрістер: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842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ArrayList&lt;Double&gt; grades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15768"/>
            <a:ext cx="2468880" cy="182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614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Методтар: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0358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addGrade(double)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3467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calculateGPA()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657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toString()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914400"/>
            <a:ext cx="2651760" cy="3931920"/>
          </a:xfrm>
          <a:prstGeom prst="rect">
            <a:avLst/>
          </a:prstGeom>
          <a:solidFill>
            <a:srgbClr val="1A3A1A"/>
          </a:solidFill>
          <a:ln w="1905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solidFill>
            <a:srgbClr val="00A8E8">
              <a:alpha val="8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StudentManager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Өрістер: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16642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ArrayList&lt;Student&gt; students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19842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nextId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395728"/>
            <a:ext cx="2468880" cy="182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441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Методтар: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2715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addStudent(name)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0266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removeStudent(id)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33375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findById(id)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6484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sortByGPA()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914400"/>
            <a:ext cx="2651760" cy="3931920"/>
          </a:xfrm>
          <a:prstGeom prst="rect">
            <a:avLst/>
          </a:prstGeom>
          <a:solidFill>
            <a:srgbClr val="3B1A1A"/>
          </a:solidFill>
          <a:ln w="1905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0" y="914400"/>
            <a:ext cx="2651760" cy="457200"/>
          </a:xfrm>
          <a:prstGeom prst="rect">
            <a:avLst/>
          </a:prstGeom>
          <a:solidFill>
            <a:srgbClr val="00A8E8">
              <a:alpha val="8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Өрістер: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16642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75120" y="2075688"/>
            <a:ext cx="2468880" cy="182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21214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Методтар: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23957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main() – демо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926080" y="2834640"/>
            <a:ext cx="36576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834640"/>
            <a:ext cx="36576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→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43600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вызывает →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GPA ЕСЕПТЕУ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960120"/>
            <a:ext cx="6400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13258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  =  ( Б₁ + Б₂ + ... + Бₙ )  ÷  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Мысал: Зарина Нұрланова (95, 88, 97, 91):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8412480" cy="1097280"/>
          </a:xfrm>
          <a:prstGeom prst="rect">
            <a:avLst/>
          </a:prstGeom>
          <a:solidFill>
            <a:srgbClr val="1E1E2E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889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sum = 95 + 88 + 97 + 91 = 371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gpa = 371 / 4 = </a:t>
            </a:r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92.75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EEF4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(double g : grades) sum += g;
</a:t>
            </a:r>
            <a:pPr indent="0" marL="0">
              <a:buNone/>
            </a:pPr>
            <a:r>
              <a:rPr lang="en-US" sz="140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 / grades.size();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СҰРЫПТАУ АЛГОРИТМІ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21208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.sort(sorted,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&lt;Student&gt;() {
</a:t>
            </a:r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@Override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public int compare(
</a:t>
            </a:r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Student s1, Student s2) {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return </a:t>
            </a:r>
            <a:pPr indent="0" marL="0">
              <a:buNone/>
            </a:pPr>
            <a:r>
              <a:rPr lang="en-US" sz="1200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Double.compare(
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s2.calculateGPA(),
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s1.calculateGPA());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914400"/>
            <a:ext cx="3200400" cy="1234440"/>
          </a:xfrm>
          <a:prstGeom prst="rect">
            <a:avLst/>
          </a:prstGeom>
          <a:solidFill>
            <a:srgbClr val="243B55"/>
          </a:solidFill>
          <a:ln w="12700">
            <a:solidFill>
              <a:srgbClr val="4455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960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Дейін (before):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23444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Айбек   86.25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123444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Зарина  92.75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123444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Данияр  68.75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23444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Айгерім 81.50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123444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Сұлтан  93.00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423160"/>
            <a:ext cx="3200400" cy="1371600"/>
          </a:xfrm>
          <a:prstGeom prst="rect">
            <a:avLst/>
          </a:prstGeom>
          <a:solidFill>
            <a:srgbClr val="1A3A1A"/>
          </a:solidFill>
          <a:ln w="12700">
            <a:solidFill>
              <a:srgbClr val="3366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Кейін — GPA ↓ (after):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27614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Сұлтан  93.00 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9900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Зарина  92.75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32186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Айбек   86.25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34472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Айгерім 81.50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36758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Данияр  68.75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8404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Comparator: s2 vs s1 → кему ретімен (descending)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БАҒДАРЛАМАНЫҢ НӘТИЖЕСІ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9319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78408"/>
            <a:ext cx="201168" cy="20116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978408"/>
            <a:ext cx="201168" cy="20116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978408"/>
            <a:ext cx="201168" cy="20116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9418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java Main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16736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 Main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Студент қосылды: Айбек Сейтқали (ID: 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Студент қосылды: Зарина Нұрланова (ID: 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08483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340864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596896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GPA БОЙЫНША СҰРЫПТАЛҒАН ТІЗІМ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85292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 ID:5 | Сұлтан Ахметов   | GPA: 93.00  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36499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 ID:2 | Зарина Нұрланова  | GPA: 92.75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21024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 ID:1 | Айбек Сейтқали   | GPA: 86.25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877056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 ID:4 | Айгерім Бекова   | GPA: 81.50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13308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 ID:3 | Данияр Жақсыбеков| GPA: 68.75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5"/>
          </a:solidFill>
          <a:ln w="12700">
            <a:solidFill>
              <a:srgbClr val="162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СҰРАҚТАРҒА ЖАУАП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143000"/>
          </a:xfrm>
          <a:prstGeom prst="rect">
            <a:avLst/>
          </a:prstGeom>
          <a:solidFill>
            <a:srgbClr val="243B55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09728" cy="11430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ArrayList не үшін қолданылды?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саны алдын ала белгісіз болғандықтан динамикалық коллекция қажет. add(), remove(), sort() — ыңғайлы.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8595360" cy="1143000"/>
          </a:xfrm>
          <a:prstGeom prst="rect">
            <a:avLst/>
          </a:prstGeom>
          <a:solidFill>
            <a:srgbClr val="243B55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86000"/>
            <a:ext cx="109728" cy="11430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5915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Орташа балл қалай есептеледі?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72491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Барлық бағаларды қосып, санына бөлдік: sum / grades.size(). Бос тізімде 0.0 қайтарады.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8595360" cy="1143000"/>
          </a:xfrm>
          <a:prstGeom prst="rect">
            <a:avLst/>
          </a:prstGeom>
          <a:solidFill>
            <a:srgbClr val="243B55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566160"/>
            <a:ext cx="109728" cy="11430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3931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Сұрыптау қалай жүзеге асырылды?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00507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Collections.sort() + Comparator. compare() ішінде s2 бен s1 орнын ауыстыру — кему ретін береді.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A8E8">
              <a:alpha val="1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2E6DA4">
              <a:alpha val="15000"/>
            </a:srgbClr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ҚОРЫТЫНДЫ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0" y="1097280"/>
            <a:ext cx="3657600" cy="457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00A8E8">
              <a:alpha val="8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 — динамикалық коллекция, студент санына қарамастан жұмыс істейді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rgbClr val="00A8E8">
              <a:alpha val="8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🏗️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16712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ООП: 3 класс, инкапсуляция, модульдік архитектура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384048" cy="384048"/>
          </a:xfrm>
          <a:prstGeom prst="ellipse">
            <a:avLst/>
          </a:prstGeom>
          <a:solidFill>
            <a:srgbClr val="00A8E8">
              <a:alpha val="8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916936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GPA: барлық бағалардың орташасы — sum / count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12464"/>
            <a:ext cx="384048" cy="384048"/>
          </a:xfrm>
          <a:prstGeom prst="ellipse">
            <a:avLst/>
          </a:prstGeom>
          <a:solidFill>
            <a:srgbClr val="00A8E8">
              <a:alpha val="8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12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66674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Collections.sort() + Comparator → рейтинг кему ретімен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4572000"/>
            <a:ext cx="4572000" cy="347472"/>
          </a:xfrm>
          <a:prstGeom prst="rect">
            <a:avLst/>
          </a:prstGeom>
          <a:solidFill>
            <a:srgbClr val="00A8E8">
              <a:alpha val="80000"/>
            </a:srgbClr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86000" y="45720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Назарларыңызға рахмет!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Студенттерді Басқару Жүйесі</dc:title>
  <dc:subject>PptxGenJS Presentation</dc:subject>
  <dc:creator>PptxGenJS</dc:creator>
  <cp:lastModifiedBy>PptxGenJS</cp:lastModifiedBy>
  <cp:revision>1</cp:revision>
  <dcterms:created xsi:type="dcterms:W3CDTF">2026-04-22T21:17:58Z</dcterms:created>
  <dcterms:modified xsi:type="dcterms:W3CDTF">2026-04-22T21:17:58Z</dcterms:modified>
</cp:coreProperties>
</file>